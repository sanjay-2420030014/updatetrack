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5"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3" d="100"/>
          <a:sy n="73" d="100"/>
        </p:scale>
        <p:origin x="61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smtClean="0"/>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318EE49C-4CB9-4EB9-915C-6A0A1A62D2BD}" type="datetimeFigureOut">
              <a:rPr lang="en-IN" smtClean="0"/>
              <a:t>07-04-2026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6FFD216-4EC7-44AF-AFEF-C8B96EAA891E}" type="slidenum">
              <a:rPr lang="en-IN" smtClean="0"/>
              <a:t>‹#›</a:t>
            </a:fld>
            <a:endParaRPr lang="en-IN"/>
          </a:p>
        </p:txBody>
      </p:sp>
    </p:spTree>
    <p:extLst>
      <p:ext uri="{BB962C8B-B14F-4D97-AF65-F5344CB8AC3E}">
        <p14:creationId xmlns:p14="http://schemas.microsoft.com/office/powerpoint/2010/main" val="4815978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18EE49C-4CB9-4EB9-915C-6A0A1A62D2BD}" type="datetimeFigureOut">
              <a:rPr lang="en-IN" smtClean="0"/>
              <a:t>07-04-2026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6FFD216-4EC7-44AF-AFEF-C8B96EAA891E}" type="slidenum">
              <a:rPr lang="en-IN" smtClean="0"/>
              <a:t>‹#›</a:t>
            </a:fld>
            <a:endParaRPr lang="en-IN"/>
          </a:p>
        </p:txBody>
      </p:sp>
    </p:spTree>
    <p:extLst>
      <p:ext uri="{BB962C8B-B14F-4D97-AF65-F5344CB8AC3E}">
        <p14:creationId xmlns:p14="http://schemas.microsoft.com/office/powerpoint/2010/main" val="18447968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smtClean="0"/>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18EE49C-4CB9-4EB9-915C-6A0A1A62D2BD}" type="datetimeFigureOut">
              <a:rPr lang="en-IN" smtClean="0"/>
              <a:t>07-04-2026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6FFD216-4EC7-44AF-AFEF-C8B96EAA891E}" type="slidenum">
              <a:rPr lang="en-IN" smtClean="0"/>
              <a:t>‹#›</a:t>
            </a:fld>
            <a:endParaRPr lang="en-IN"/>
          </a:p>
        </p:txBody>
      </p:sp>
    </p:spTree>
    <p:extLst>
      <p:ext uri="{BB962C8B-B14F-4D97-AF65-F5344CB8AC3E}">
        <p14:creationId xmlns:p14="http://schemas.microsoft.com/office/powerpoint/2010/main" val="6428583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318EE49C-4CB9-4EB9-915C-6A0A1A62D2BD}" type="datetimeFigureOut">
              <a:rPr lang="en-IN" smtClean="0"/>
              <a:t>07-04-2026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6FFD216-4EC7-44AF-AFEF-C8B96EAA891E}" type="slidenum">
              <a:rPr lang="en-IN" smtClean="0"/>
              <a:t>‹#›</a:t>
            </a:fld>
            <a:endParaRPr lang="en-IN"/>
          </a:p>
        </p:txBody>
      </p:sp>
    </p:spTree>
    <p:extLst>
      <p:ext uri="{BB962C8B-B14F-4D97-AF65-F5344CB8AC3E}">
        <p14:creationId xmlns:p14="http://schemas.microsoft.com/office/powerpoint/2010/main" val="33894368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318EE49C-4CB9-4EB9-915C-6A0A1A62D2BD}" type="datetimeFigureOut">
              <a:rPr lang="en-IN" smtClean="0"/>
              <a:t>07-04-2026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6FFD216-4EC7-44AF-AFEF-C8B96EAA891E}" type="slidenum">
              <a:rPr lang="en-IN" smtClean="0"/>
              <a:t>‹#›</a:t>
            </a:fld>
            <a:endParaRPr lang="en-IN"/>
          </a:p>
        </p:txBody>
      </p:sp>
    </p:spTree>
    <p:extLst>
      <p:ext uri="{BB962C8B-B14F-4D97-AF65-F5344CB8AC3E}">
        <p14:creationId xmlns:p14="http://schemas.microsoft.com/office/powerpoint/2010/main" val="28422415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318EE49C-4CB9-4EB9-915C-6A0A1A62D2BD}" type="datetimeFigureOut">
              <a:rPr lang="en-IN" smtClean="0"/>
              <a:t>07-04-2026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6FFD216-4EC7-44AF-AFEF-C8B96EAA891E}" type="slidenum">
              <a:rPr lang="en-IN" smtClean="0"/>
              <a:t>‹#›</a:t>
            </a:fld>
            <a:endParaRPr lang="en-IN"/>
          </a:p>
        </p:txBody>
      </p:sp>
    </p:spTree>
    <p:extLst>
      <p:ext uri="{BB962C8B-B14F-4D97-AF65-F5344CB8AC3E}">
        <p14:creationId xmlns:p14="http://schemas.microsoft.com/office/powerpoint/2010/main" val="18556814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18EE49C-4CB9-4EB9-915C-6A0A1A62D2BD}" type="datetimeFigureOut">
              <a:rPr lang="en-IN" smtClean="0"/>
              <a:t>07-04-2026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6FFD216-4EC7-44AF-AFEF-C8B96EAA891E}" type="slidenum">
              <a:rPr lang="en-IN" smtClean="0"/>
              <a:t>‹#›</a:t>
            </a:fld>
            <a:endParaRPr lang="en-IN"/>
          </a:p>
        </p:txBody>
      </p:sp>
    </p:spTree>
    <p:extLst>
      <p:ext uri="{BB962C8B-B14F-4D97-AF65-F5344CB8AC3E}">
        <p14:creationId xmlns:p14="http://schemas.microsoft.com/office/powerpoint/2010/main" val="26397252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smtClean="0"/>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18EE49C-4CB9-4EB9-915C-6A0A1A62D2BD}" type="datetimeFigureOut">
              <a:rPr lang="en-IN" smtClean="0"/>
              <a:t>07-04-2026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6FFD216-4EC7-44AF-AFEF-C8B96EAA891E}" type="slidenum">
              <a:rPr lang="en-IN" smtClean="0"/>
              <a:t>‹#›</a:t>
            </a:fld>
            <a:endParaRPr lang="en-IN"/>
          </a:p>
        </p:txBody>
      </p:sp>
    </p:spTree>
    <p:extLst>
      <p:ext uri="{BB962C8B-B14F-4D97-AF65-F5344CB8AC3E}">
        <p14:creationId xmlns:p14="http://schemas.microsoft.com/office/powerpoint/2010/main" val="4034621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18EE49C-4CB9-4EB9-915C-6A0A1A62D2BD}" type="datetimeFigureOut">
              <a:rPr lang="en-IN" smtClean="0"/>
              <a:t>07-04-2026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6FFD216-4EC7-44AF-AFEF-C8B96EAA891E}" type="slidenum">
              <a:rPr lang="en-IN" smtClean="0"/>
              <a:t>‹#›</a:t>
            </a:fld>
            <a:endParaRPr lang="en-IN"/>
          </a:p>
        </p:txBody>
      </p:sp>
    </p:spTree>
    <p:extLst>
      <p:ext uri="{BB962C8B-B14F-4D97-AF65-F5344CB8AC3E}">
        <p14:creationId xmlns:p14="http://schemas.microsoft.com/office/powerpoint/2010/main" val="34759394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18EE49C-4CB9-4EB9-915C-6A0A1A62D2BD}" type="datetimeFigureOut">
              <a:rPr lang="en-IN" smtClean="0"/>
              <a:t>07-04-2026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6FFD216-4EC7-44AF-AFEF-C8B96EAA891E}" type="slidenum">
              <a:rPr lang="en-IN" smtClean="0"/>
              <a:t>‹#›</a:t>
            </a:fld>
            <a:endParaRPr lang="en-IN"/>
          </a:p>
        </p:txBody>
      </p:sp>
    </p:spTree>
    <p:extLst>
      <p:ext uri="{BB962C8B-B14F-4D97-AF65-F5344CB8AC3E}">
        <p14:creationId xmlns:p14="http://schemas.microsoft.com/office/powerpoint/2010/main" val="22360595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18EE49C-4CB9-4EB9-915C-6A0A1A62D2BD}" type="datetimeFigureOut">
              <a:rPr lang="en-IN" smtClean="0"/>
              <a:t>07-04-2026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6FFD216-4EC7-44AF-AFEF-C8B96EAA891E}" type="slidenum">
              <a:rPr lang="en-IN" smtClean="0"/>
              <a:t>‹#›</a:t>
            </a:fld>
            <a:endParaRPr lang="en-IN"/>
          </a:p>
        </p:txBody>
      </p:sp>
    </p:spTree>
    <p:extLst>
      <p:ext uri="{BB962C8B-B14F-4D97-AF65-F5344CB8AC3E}">
        <p14:creationId xmlns:p14="http://schemas.microsoft.com/office/powerpoint/2010/main" val="31906966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smtClean="0"/>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18EE49C-4CB9-4EB9-915C-6A0A1A62D2BD}" type="datetimeFigureOut">
              <a:rPr lang="en-IN" smtClean="0"/>
              <a:t>07-04-2026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6FFD216-4EC7-44AF-AFEF-C8B96EAA891E}" type="slidenum">
              <a:rPr lang="en-IN" smtClean="0"/>
              <a:t>‹#›</a:t>
            </a:fld>
            <a:endParaRPr lang="en-IN"/>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9620513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18EE49C-4CB9-4EB9-915C-6A0A1A62D2BD}" type="datetimeFigureOut">
              <a:rPr lang="en-IN" smtClean="0"/>
              <a:t>07-04-2026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6FFD216-4EC7-44AF-AFEF-C8B96EAA891E}" type="slidenum">
              <a:rPr lang="en-IN" smtClean="0"/>
              <a:t>‹#›</a:t>
            </a:fld>
            <a:endParaRPr lang="en-IN"/>
          </a:p>
        </p:txBody>
      </p:sp>
    </p:spTree>
    <p:extLst>
      <p:ext uri="{BB962C8B-B14F-4D97-AF65-F5344CB8AC3E}">
        <p14:creationId xmlns:p14="http://schemas.microsoft.com/office/powerpoint/2010/main" val="53147238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smtClean="0"/>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3" name="Date Placeholder 2"/>
          <p:cNvSpPr>
            <a:spLocks noGrp="1"/>
          </p:cNvSpPr>
          <p:nvPr>
            <p:ph type="dt" sz="half" idx="10"/>
          </p:nvPr>
        </p:nvSpPr>
        <p:spPr/>
        <p:txBody>
          <a:bodyPr/>
          <a:lstStyle/>
          <a:p>
            <a:fld id="{318EE49C-4CB9-4EB9-915C-6A0A1A62D2BD}" type="datetimeFigureOut">
              <a:rPr lang="en-IN" smtClean="0"/>
              <a:t>07-04-2026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6FFD216-4EC7-44AF-AFEF-C8B96EAA891E}" type="slidenum">
              <a:rPr lang="en-IN" smtClean="0"/>
              <a:t>‹#›</a:t>
            </a:fld>
            <a:endParaRPr lang="en-IN"/>
          </a:p>
        </p:txBody>
      </p:sp>
    </p:spTree>
    <p:extLst>
      <p:ext uri="{BB962C8B-B14F-4D97-AF65-F5344CB8AC3E}">
        <p14:creationId xmlns:p14="http://schemas.microsoft.com/office/powerpoint/2010/main" val="35436232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smtClean="0"/>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3" name="Date Placeholder 2"/>
          <p:cNvSpPr>
            <a:spLocks noGrp="1"/>
          </p:cNvSpPr>
          <p:nvPr>
            <p:ph type="dt" sz="half" idx="10"/>
          </p:nvPr>
        </p:nvSpPr>
        <p:spPr/>
        <p:txBody>
          <a:bodyPr/>
          <a:lstStyle/>
          <a:p>
            <a:fld id="{318EE49C-4CB9-4EB9-915C-6A0A1A62D2BD}" type="datetimeFigureOut">
              <a:rPr lang="en-IN" smtClean="0"/>
              <a:t>07-04-2026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6FFD216-4EC7-44AF-AFEF-C8B96EAA891E}" type="slidenum">
              <a:rPr lang="en-IN" smtClean="0"/>
              <a:t>‹#›</a:t>
            </a:fld>
            <a:endParaRPr lang="en-IN"/>
          </a:p>
        </p:txBody>
      </p:sp>
    </p:spTree>
    <p:extLst>
      <p:ext uri="{BB962C8B-B14F-4D97-AF65-F5344CB8AC3E}">
        <p14:creationId xmlns:p14="http://schemas.microsoft.com/office/powerpoint/2010/main" val="18624548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18EE49C-4CB9-4EB9-915C-6A0A1A62D2BD}" type="datetimeFigureOut">
              <a:rPr lang="en-IN" smtClean="0"/>
              <a:t>07-04-2026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6FFD216-4EC7-44AF-AFEF-C8B96EAA891E}" type="slidenum">
              <a:rPr lang="en-IN" smtClean="0"/>
              <a:t>‹#›</a:t>
            </a:fld>
            <a:endParaRPr lang="en-IN"/>
          </a:p>
        </p:txBody>
      </p:sp>
    </p:spTree>
    <p:extLst>
      <p:ext uri="{BB962C8B-B14F-4D97-AF65-F5344CB8AC3E}">
        <p14:creationId xmlns:p14="http://schemas.microsoft.com/office/powerpoint/2010/main" val="1589652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18EE49C-4CB9-4EB9-915C-6A0A1A62D2BD}" type="datetimeFigureOut">
              <a:rPr lang="en-IN" smtClean="0"/>
              <a:t>07-04-2026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6FFD216-4EC7-44AF-AFEF-C8B96EAA891E}" type="slidenum">
              <a:rPr lang="en-IN" smtClean="0"/>
              <a:t>‹#›</a:t>
            </a:fld>
            <a:endParaRPr lang="en-IN"/>
          </a:p>
        </p:txBody>
      </p:sp>
    </p:spTree>
    <p:extLst>
      <p:ext uri="{BB962C8B-B14F-4D97-AF65-F5344CB8AC3E}">
        <p14:creationId xmlns:p14="http://schemas.microsoft.com/office/powerpoint/2010/main" val="40238570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318EE49C-4CB9-4EB9-915C-6A0A1A62D2BD}" type="datetimeFigureOut">
              <a:rPr lang="en-IN" smtClean="0"/>
              <a:t>07-04-2026</a:t>
            </a:fld>
            <a:endParaRPr lang="en-IN"/>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16FFD216-4EC7-44AF-AFEF-C8B96EAA891E}" type="slidenum">
              <a:rPr lang="en-IN" smtClean="0"/>
              <a:t>‹#›</a:t>
            </a:fld>
            <a:endParaRPr lang="en-IN"/>
          </a:p>
        </p:txBody>
      </p:sp>
    </p:spTree>
    <p:extLst>
      <p:ext uri="{BB962C8B-B14F-4D97-AF65-F5344CB8AC3E}">
        <p14:creationId xmlns:p14="http://schemas.microsoft.com/office/powerpoint/2010/main" val="2237879471"/>
      </p:ext>
    </p:extLst>
  </p:cSld>
  <p:clrMap bg1="dk1" tx1="lt1" bg2="dk2" tx2="lt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 id="2147483738" r:id="rId13"/>
    <p:sldLayoutId id="2147483739" r:id="rId14"/>
    <p:sldLayoutId id="2147483740" r:id="rId15"/>
    <p:sldLayoutId id="2147483741" r:id="rId16"/>
    <p:sldLayoutId id="2147483742" r:id="rId17"/>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smtClean="0">
                <a:solidFill>
                  <a:schemeClr val="tx2"/>
                </a:solidFill>
                <a:latin typeface="Colonna MT" panose="04020805060202030203" pitchFamily="82" charset="0"/>
              </a:rPr>
              <a:t>Update Track – Software Update Tracking System</a:t>
            </a:r>
            <a:endParaRPr lang="en-IN" dirty="0">
              <a:solidFill>
                <a:schemeClr val="tx2"/>
              </a:solidFill>
              <a:latin typeface="Colonna MT" panose="04020805060202030203" pitchFamily="82" charset="0"/>
            </a:endParaRPr>
          </a:p>
        </p:txBody>
      </p:sp>
      <p:sp>
        <p:nvSpPr>
          <p:cNvPr id="3" name="Subtitle 2"/>
          <p:cNvSpPr>
            <a:spLocks noGrp="1"/>
          </p:cNvSpPr>
          <p:nvPr>
            <p:ph type="subTitle" idx="1"/>
          </p:nvPr>
        </p:nvSpPr>
        <p:spPr/>
        <p:txBody>
          <a:bodyPr/>
          <a:lstStyle/>
          <a:p>
            <a:endParaRPr lang="en-IN"/>
          </a:p>
        </p:txBody>
      </p:sp>
    </p:spTree>
    <p:extLst>
      <p:ext uri="{BB962C8B-B14F-4D97-AF65-F5344CB8AC3E}">
        <p14:creationId xmlns:p14="http://schemas.microsoft.com/office/powerpoint/2010/main" val="23474383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Problem Statement</a:t>
            </a:r>
            <a:br>
              <a:rPr lang="en-IN" dirty="0"/>
            </a:br>
            <a:endParaRPr lang="en-IN" dirty="0">
              <a:solidFill>
                <a:schemeClr val="accent6">
                  <a:lumMod val="60000"/>
                  <a:lumOff val="40000"/>
                </a:schemeClr>
              </a:solidFill>
            </a:endParaRPr>
          </a:p>
        </p:txBody>
      </p:sp>
      <p:sp>
        <p:nvSpPr>
          <p:cNvPr id="4" name="Rectangle 1"/>
          <p:cNvSpPr>
            <a:spLocks noGrp="1" noChangeArrowheads="1"/>
          </p:cNvSpPr>
          <p:nvPr>
            <p:ph idx="1"/>
          </p:nvPr>
        </p:nvSpPr>
        <p:spPr bwMode="auto">
          <a:xfrm>
            <a:off x="221464" y="1436477"/>
            <a:ext cx="9382697" cy="2062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3200" b="0" i="0" u="none" strike="noStrike" cap="none" normalizeH="0" baseline="0" dirty="0" smtClean="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smtClean="0">
                <a:ln>
                  <a:noFill/>
                </a:ln>
                <a:solidFill>
                  <a:schemeClr val="accent6">
                    <a:lumMod val="40000"/>
                    <a:lumOff val="60000"/>
                  </a:schemeClr>
                </a:solidFill>
                <a:effectLst/>
                <a:latin typeface="+mj-lt"/>
              </a:rPr>
              <a:t>Users don’t know whether apps are updated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smtClean="0">
                <a:ln>
                  <a:noFill/>
                </a:ln>
                <a:solidFill>
                  <a:schemeClr val="accent6">
                    <a:lumMod val="40000"/>
                    <a:lumOff val="60000"/>
                  </a:schemeClr>
                </a:solidFill>
                <a:effectLst/>
                <a:latin typeface="+mj-lt"/>
              </a:rPr>
              <a:t>No centralized system to track updates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smtClean="0">
                <a:ln>
                  <a:noFill/>
                </a:ln>
                <a:solidFill>
                  <a:schemeClr val="accent6">
                    <a:lumMod val="40000"/>
                    <a:lumOff val="60000"/>
                  </a:schemeClr>
                </a:solidFill>
                <a:effectLst/>
                <a:latin typeface="+mj-lt"/>
              </a:rPr>
              <a:t>Manual checking is time-consuming </a:t>
            </a:r>
          </a:p>
        </p:txBody>
      </p:sp>
      <p:pic>
        <p:nvPicPr>
          <p:cNvPr id="5" name="Picture 4"/>
          <p:cNvPicPr>
            <a:picLocks noChangeAspect="1"/>
          </p:cNvPicPr>
          <p:nvPr/>
        </p:nvPicPr>
        <p:blipFill>
          <a:blip r:embed="rId2"/>
          <a:stretch>
            <a:fillRect/>
          </a:stretch>
        </p:blipFill>
        <p:spPr>
          <a:xfrm>
            <a:off x="7158446" y="3445787"/>
            <a:ext cx="4610701" cy="3227068"/>
          </a:xfrm>
          <a:prstGeom prst="rect">
            <a:avLst/>
          </a:prstGeom>
        </p:spPr>
      </p:pic>
    </p:spTree>
    <p:extLst>
      <p:ext uri="{BB962C8B-B14F-4D97-AF65-F5344CB8AC3E}">
        <p14:creationId xmlns:p14="http://schemas.microsoft.com/office/powerpoint/2010/main" val="36928062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Proposed Solution</a:t>
            </a:r>
          </a:p>
        </p:txBody>
      </p:sp>
      <p:sp>
        <p:nvSpPr>
          <p:cNvPr id="4" name="Rectangle 1"/>
          <p:cNvSpPr>
            <a:spLocks noGrp="1" noChangeArrowheads="1"/>
          </p:cNvSpPr>
          <p:nvPr>
            <p:ph idx="1"/>
          </p:nvPr>
        </p:nvSpPr>
        <p:spPr bwMode="auto">
          <a:xfrm>
            <a:off x="1109737" y="1935921"/>
            <a:ext cx="9578263"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3600" b="0" i="0" u="none" strike="noStrike" cap="none" normalizeH="0" baseline="0" dirty="0" smtClean="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smtClean="0">
                <a:ln>
                  <a:noFill/>
                </a:ln>
                <a:solidFill>
                  <a:schemeClr val="accent6">
                    <a:lumMod val="60000"/>
                    <a:lumOff val="40000"/>
                  </a:schemeClr>
                </a:solidFill>
                <a:effectLst/>
                <a:latin typeface="+mj-lt"/>
              </a:rPr>
              <a:t>Developed UpdateTrack web application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smtClean="0">
                <a:ln>
                  <a:noFill/>
                </a:ln>
                <a:solidFill>
                  <a:schemeClr val="accent6">
                    <a:lumMod val="60000"/>
                    <a:lumOff val="40000"/>
                  </a:schemeClr>
                </a:solidFill>
                <a:effectLst/>
                <a:latin typeface="+mj-lt"/>
              </a:rPr>
              <a:t>Tracks software versions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smtClean="0">
                <a:ln>
                  <a:noFill/>
                </a:ln>
                <a:solidFill>
                  <a:schemeClr val="accent6">
                    <a:lumMod val="60000"/>
                    <a:lumOff val="40000"/>
                  </a:schemeClr>
                </a:solidFill>
                <a:effectLst/>
                <a:latin typeface="+mj-lt"/>
              </a:rPr>
              <a:t>Shows updated or outdated status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smtClean="0">
                <a:ln>
                  <a:noFill/>
                </a:ln>
                <a:solidFill>
                  <a:schemeClr val="accent6">
                    <a:lumMod val="60000"/>
                    <a:lumOff val="40000"/>
                  </a:schemeClr>
                </a:solidFill>
                <a:effectLst/>
                <a:latin typeface="+mj-lt"/>
              </a:rPr>
              <a:t>Provides update links </a:t>
            </a:r>
          </a:p>
        </p:txBody>
      </p:sp>
    </p:spTree>
    <p:extLst>
      <p:ext uri="{BB962C8B-B14F-4D97-AF65-F5344CB8AC3E}">
        <p14:creationId xmlns:p14="http://schemas.microsoft.com/office/powerpoint/2010/main" val="15652471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Features</a:t>
            </a:r>
          </a:p>
        </p:txBody>
      </p:sp>
      <p:sp>
        <p:nvSpPr>
          <p:cNvPr id="4" name="Rectangle 1"/>
          <p:cNvSpPr>
            <a:spLocks noGrp="1" noChangeArrowheads="1"/>
          </p:cNvSpPr>
          <p:nvPr>
            <p:ph idx="1"/>
          </p:nvPr>
        </p:nvSpPr>
        <p:spPr bwMode="auto">
          <a:xfrm>
            <a:off x="512840" y="1807225"/>
            <a:ext cx="5577835" cy="3816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smtClean="0">
                <a:ln>
                  <a:noFill/>
                </a:ln>
                <a:solidFill>
                  <a:schemeClr val="accent6">
                    <a:lumMod val="60000"/>
                    <a:lumOff val="40000"/>
                  </a:schemeClr>
                </a:solidFill>
                <a:effectLst/>
                <a:latin typeface="+mj-lt"/>
              </a:rPr>
              <a:t>Search applications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smtClean="0">
                <a:ln>
                  <a:noFill/>
                </a:ln>
                <a:solidFill>
                  <a:schemeClr val="accent6">
                    <a:lumMod val="60000"/>
                    <a:lumOff val="40000"/>
                  </a:schemeClr>
                </a:solidFill>
                <a:effectLst/>
                <a:latin typeface="+mj-lt"/>
              </a:rPr>
              <a:t>Add to favorites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smtClean="0">
                <a:ln>
                  <a:noFill/>
                </a:ln>
                <a:solidFill>
                  <a:schemeClr val="accent6">
                    <a:lumMod val="60000"/>
                    <a:lumOff val="40000"/>
                  </a:schemeClr>
                </a:solidFill>
                <a:effectLst/>
                <a:latin typeface="+mj-lt"/>
              </a:rPr>
              <a:t>Remove from favorites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smtClean="0">
                <a:ln>
                  <a:noFill/>
                </a:ln>
                <a:solidFill>
                  <a:schemeClr val="accent6">
                    <a:lumMod val="60000"/>
                    <a:lumOff val="40000"/>
                  </a:schemeClr>
                </a:solidFill>
                <a:effectLst/>
                <a:latin typeface="+mj-lt"/>
              </a:rPr>
              <a:t>Update links for outdated apps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smtClean="0">
                <a:ln>
                  <a:noFill/>
                </a:ln>
                <a:solidFill>
                  <a:schemeClr val="accent6">
                    <a:lumMod val="60000"/>
                    <a:lumOff val="40000"/>
                  </a:schemeClr>
                </a:solidFill>
                <a:effectLst/>
                <a:latin typeface="+mj-lt"/>
              </a:rPr>
              <a:t>Dynamic data using JSON </a:t>
            </a:r>
          </a:p>
        </p:txBody>
      </p:sp>
      <p:pic>
        <p:nvPicPr>
          <p:cNvPr id="3075" name="Picture 3" descr="software, UI, and development. dashboard with analytics data, testing platform, coding process."/>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90675" y="2129385"/>
            <a:ext cx="5626708" cy="37489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695645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Technologies Used</a:t>
            </a:r>
          </a:p>
        </p:txBody>
      </p:sp>
      <p:sp>
        <p:nvSpPr>
          <p:cNvPr id="5" name="Rectangle 2"/>
          <p:cNvSpPr>
            <a:spLocks noGrp="1" noChangeArrowheads="1"/>
          </p:cNvSpPr>
          <p:nvPr>
            <p:ph idx="1"/>
          </p:nvPr>
        </p:nvSpPr>
        <p:spPr bwMode="auto">
          <a:xfrm>
            <a:off x="1919635" y="2227416"/>
            <a:ext cx="5195653" cy="2831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smtClean="0">
                <a:ln>
                  <a:noFill/>
                </a:ln>
                <a:solidFill>
                  <a:schemeClr val="accent6">
                    <a:lumMod val="60000"/>
                    <a:lumOff val="40000"/>
                  </a:schemeClr>
                </a:solidFill>
                <a:effectLst/>
                <a:latin typeface="+mj-lt"/>
              </a:rPr>
              <a:t>HTML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smtClean="0">
                <a:ln>
                  <a:noFill/>
                </a:ln>
                <a:solidFill>
                  <a:schemeClr val="accent6">
                    <a:lumMod val="60000"/>
                    <a:lumOff val="40000"/>
                  </a:schemeClr>
                </a:solidFill>
                <a:effectLst/>
                <a:latin typeface="+mj-lt"/>
              </a:rPr>
              <a:t>CSS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smtClean="0">
                <a:ln>
                  <a:noFill/>
                </a:ln>
                <a:solidFill>
                  <a:schemeClr val="accent6">
                    <a:lumMod val="60000"/>
                    <a:lumOff val="40000"/>
                  </a:schemeClr>
                </a:solidFill>
                <a:effectLst/>
                <a:latin typeface="+mj-lt"/>
              </a:rPr>
              <a:t>JavaScript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smtClean="0">
                <a:ln>
                  <a:noFill/>
                </a:ln>
                <a:solidFill>
                  <a:schemeClr val="accent6">
                    <a:lumMod val="60000"/>
                    <a:lumOff val="40000"/>
                  </a:schemeClr>
                </a:solidFill>
                <a:effectLst/>
                <a:latin typeface="+mj-lt"/>
              </a:rPr>
              <a:t>GitHub (for JSON data)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err="1" smtClean="0">
                <a:ln>
                  <a:noFill/>
                </a:ln>
                <a:solidFill>
                  <a:schemeClr val="accent6">
                    <a:lumMod val="60000"/>
                    <a:lumOff val="40000"/>
                  </a:schemeClr>
                </a:solidFill>
                <a:effectLst/>
                <a:latin typeface="+mj-lt"/>
              </a:rPr>
              <a:t>Netlify</a:t>
            </a:r>
            <a:r>
              <a:rPr kumimoji="0" lang="en-US" altLang="en-US" sz="3200" b="0" i="0" u="none" strike="noStrike" cap="none" normalizeH="0" baseline="0" dirty="0" smtClean="0">
                <a:ln>
                  <a:noFill/>
                </a:ln>
                <a:solidFill>
                  <a:schemeClr val="accent6">
                    <a:lumMod val="60000"/>
                    <a:lumOff val="40000"/>
                  </a:schemeClr>
                </a:solidFill>
                <a:effectLst/>
                <a:latin typeface="+mj-lt"/>
              </a:rPr>
              <a:t> (for deployment</a:t>
            </a:r>
            <a:r>
              <a:rPr kumimoji="0" lang="en-US" altLang="en-US" sz="1800" b="0" i="0" u="none" strike="noStrike" cap="none" normalizeH="0" baseline="0" dirty="0" smtClean="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23182269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System Workflow</a:t>
            </a:r>
          </a:p>
        </p:txBody>
      </p:sp>
      <p:sp>
        <p:nvSpPr>
          <p:cNvPr id="4" name="Rectangle 1"/>
          <p:cNvSpPr>
            <a:spLocks noGrp="1" noChangeArrowheads="1"/>
          </p:cNvSpPr>
          <p:nvPr>
            <p:ph idx="1"/>
          </p:nvPr>
        </p:nvSpPr>
        <p:spPr bwMode="auto">
          <a:xfrm>
            <a:off x="365155" y="1603403"/>
            <a:ext cx="7853432" cy="26161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3600" b="0" i="0" u="none" strike="noStrike" cap="none" normalizeH="0" baseline="0" dirty="0" smtClean="0">
              <a:ln>
                <a:noFill/>
              </a:ln>
              <a:solidFill>
                <a:schemeClr val="accent6">
                  <a:lumMod val="60000"/>
                  <a:lumOff val="40000"/>
                </a:schemeClr>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smtClean="0">
                <a:ln>
                  <a:noFill/>
                </a:ln>
                <a:solidFill>
                  <a:schemeClr val="accent6">
                    <a:lumMod val="60000"/>
                    <a:lumOff val="40000"/>
                  </a:schemeClr>
                </a:solidFill>
                <a:effectLst/>
                <a:latin typeface="+mj-lt"/>
              </a:rPr>
              <a:t>Fetch data from JSON file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smtClean="0">
                <a:ln>
                  <a:noFill/>
                </a:ln>
                <a:solidFill>
                  <a:schemeClr val="accent6">
                    <a:lumMod val="60000"/>
                    <a:lumOff val="40000"/>
                  </a:schemeClr>
                </a:solidFill>
                <a:effectLst/>
                <a:latin typeface="+mj-lt"/>
              </a:rPr>
              <a:t>Compare current and latest versions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smtClean="0">
                <a:ln>
                  <a:noFill/>
                </a:ln>
                <a:solidFill>
                  <a:schemeClr val="accent6">
                    <a:lumMod val="60000"/>
                    <a:lumOff val="40000"/>
                  </a:schemeClr>
                </a:solidFill>
                <a:effectLst/>
                <a:latin typeface="+mj-lt"/>
              </a:rPr>
              <a:t>Display update status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smtClean="0">
                <a:ln>
                  <a:noFill/>
                </a:ln>
                <a:solidFill>
                  <a:schemeClr val="accent6">
                    <a:lumMod val="60000"/>
                    <a:lumOff val="40000"/>
                  </a:schemeClr>
                </a:solidFill>
                <a:effectLst/>
                <a:latin typeface="+mj-lt"/>
              </a:rPr>
              <a:t>Provide update link </a:t>
            </a:r>
          </a:p>
        </p:txBody>
      </p:sp>
      <p:pic>
        <p:nvPicPr>
          <p:cNvPr id="5123" name="Picture 3" descr="A Guide to Crafting Clear and Effective Information Flow Diagram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52049" y="3642405"/>
            <a:ext cx="6229392" cy="27760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29670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Implementation Steps</a:t>
            </a:r>
          </a:p>
        </p:txBody>
      </p:sp>
      <p:sp>
        <p:nvSpPr>
          <p:cNvPr id="4" name="Rectangle 1"/>
          <p:cNvSpPr>
            <a:spLocks noGrp="1" noChangeArrowheads="1"/>
          </p:cNvSpPr>
          <p:nvPr>
            <p:ph idx="1"/>
          </p:nvPr>
        </p:nvSpPr>
        <p:spPr bwMode="auto">
          <a:xfrm>
            <a:off x="495783" y="1806185"/>
            <a:ext cx="7866256"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3200" b="0" i="0" u="none" strike="noStrike" cap="none" normalizeH="0" baseline="0" dirty="0" smtClean="0">
              <a:ln>
                <a:noFill/>
              </a:ln>
              <a:solidFill>
                <a:schemeClr val="accent6">
                  <a:lumMod val="60000"/>
                  <a:lumOff val="40000"/>
                </a:schemeClr>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smtClean="0">
                <a:ln>
                  <a:noFill/>
                </a:ln>
                <a:solidFill>
                  <a:schemeClr val="accent6">
                    <a:lumMod val="60000"/>
                    <a:lumOff val="40000"/>
                  </a:schemeClr>
                </a:solidFill>
                <a:effectLst/>
                <a:latin typeface="+mj-lt"/>
              </a:rPr>
              <a:t>Designed UI using HTML &amp; CSS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smtClean="0">
                <a:ln>
                  <a:noFill/>
                </a:ln>
                <a:solidFill>
                  <a:schemeClr val="accent6">
                    <a:lumMod val="60000"/>
                    <a:lumOff val="40000"/>
                  </a:schemeClr>
                </a:solidFill>
                <a:effectLst/>
                <a:latin typeface="+mj-lt"/>
              </a:rPr>
              <a:t>Added logic using JavaScript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smtClean="0">
                <a:ln>
                  <a:noFill/>
                </a:ln>
                <a:solidFill>
                  <a:schemeClr val="accent6">
                    <a:lumMod val="60000"/>
                    <a:lumOff val="40000"/>
                  </a:schemeClr>
                </a:solidFill>
                <a:effectLst/>
                <a:latin typeface="+mj-lt"/>
              </a:rPr>
              <a:t>Implemented search functionality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smtClean="0">
                <a:ln>
                  <a:noFill/>
                </a:ln>
                <a:solidFill>
                  <a:schemeClr val="accent6">
                    <a:lumMod val="60000"/>
                    <a:lumOff val="40000"/>
                  </a:schemeClr>
                </a:solidFill>
                <a:effectLst/>
                <a:latin typeface="+mj-lt"/>
              </a:rPr>
              <a:t>Used </a:t>
            </a:r>
            <a:r>
              <a:rPr kumimoji="0" lang="en-US" altLang="en-US" sz="3200" b="0" i="0" u="none" strike="noStrike" cap="none" normalizeH="0" baseline="0" dirty="0" err="1" smtClean="0">
                <a:ln>
                  <a:noFill/>
                </a:ln>
                <a:solidFill>
                  <a:schemeClr val="accent6">
                    <a:lumMod val="60000"/>
                    <a:lumOff val="40000"/>
                  </a:schemeClr>
                </a:solidFill>
                <a:effectLst/>
                <a:latin typeface="+mj-lt"/>
              </a:rPr>
              <a:t>localStorage</a:t>
            </a:r>
            <a:r>
              <a:rPr kumimoji="0" lang="en-US" altLang="en-US" sz="3200" b="0" i="0" u="none" strike="noStrike" cap="none" normalizeH="0" baseline="0" dirty="0" smtClean="0">
                <a:ln>
                  <a:noFill/>
                </a:ln>
                <a:solidFill>
                  <a:schemeClr val="accent6">
                    <a:lumMod val="60000"/>
                    <a:lumOff val="40000"/>
                  </a:schemeClr>
                </a:solidFill>
                <a:effectLst/>
                <a:latin typeface="+mj-lt"/>
              </a:rPr>
              <a:t> for favorites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smtClean="0">
                <a:ln>
                  <a:noFill/>
                </a:ln>
                <a:solidFill>
                  <a:schemeClr val="accent6">
                    <a:lumMod val="60000"/>
                    <a:lumOff val="40000"/>
                  </a:schemeClr>
                </a:solidFill>
                <a:effectLst/>
                <a:latin typeface="+mj-lt"/>
              </a:rPr>
              <a:t>Connected GitHub JSON using fetch </a:t>
            </a:r>
          </a:p>
        </p:txBody>
      </p:sp>
    </p:spTree>
    <p:extLst>
      <p:ext uri="{BB962C8B-B14F-4D97-AF65-F5344CB8AC3E}">
        <p14:creationId xmlns:p14="http://schemas.microsoft.com/office/powerpoint/2010/main" val="21661478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95" y="640080"/>
            <a:ext cx="10353761" cy="1126023"/>
          </a:xfrm>
        </p:spPr>
        <p:txBody>
          <a:bodyPr/>
          <a:lstStyle/>
          <a:p>
            <a:r>
              <a:rPr lang="en-IN" dirty="0"/>
              <a:t>Conclusion</a:t>
            </a:r>
          </a:p>
        </p:txBody>
      </p:sp>
      <p:sp>
        <p:nvSpPr>
          <p:cNvPr id="4" name="Rectangle 1"/>
          <p:cNvSpPr>
            <a:spLocks noGrp="1" noChangeArrowheads="1"/>
          </p:cNvSpPr>
          <p:nvPr>
            <p:ph idx="1"/>
          </p:nvPr>
        </p:nvSpPr>
        <p:spPr bwMode="auto">
          <a:xfrm>
            <a:off x="103897" y="1755657"/>
            <a:ext cx="7832593" cy="18466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smtClean="0">
                <a:ln>
                  <a:noFill/>
                </a:ln>
                <a:solidFill>
                  <a:schemeClr val="accent6">
                    <a:lumMod val="60000"/>
                    <a:lumOff val="40000"/>
                  </a:schemeClr>
                </a:solidFill>
                <a:effectLst/>
                <a:latin typeface="+mj-lt"/>
              </a:rPr>
              <a:t>Simple and user-friendly application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smtClean="0">
                <a:ln>
                  <a:noFill/>
                </a:ln>
                <a:solidFill>
                  <a:schemeClr val="accent6">
                    <a:lumMod val="60000"/>
                    <a:lumOff val="40000"/>
                  </a:schemeClr>
                </a:solidFill>
                <a:effectLst/>
                <a:latin typeface="+mj-lt"/>
              </a:rPr>
              <a:t>Helps users track software updates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smtClean="0">
                <a:ln>
                  <a:noFill/>
                </a:ln>
                <a:solidFill>
                  <a:schemeClr val="accent6">
                    <a:lumMod val="60000"/>
                    <a:lumOff val="40000"/>
                  </a:schemeClr>
                </a:solidFill>
                <a:effectLst/>
                <a:latin typeface="+mj-lt"/>
              </a:rPr>
              <a:t>Useful real-world project </a:t>
            </a:r>
          </a:p>
        </p:txBody>
      </p:sp>
      <p:pic>
        <p:nvPicPr>
          <p:cNvPr id="7171" name="Picture 3" descr="Technology, success and startup concept"/>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660499" y="3120312"/>
            <a:ext cx="6224067" cy="35609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07153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docProps/app.xml><?xml version="1.0" encoding="utf-8"?>
<Properties xmlns="http://schemas.openxmlformats.org/officeDocument/2006/extended-properties" xmlns:vt="http://schemas.openxmlformats.org/officeDocument/2006/docPropsVTypes">
  <Template>TM04033921[[fn=Damask]]</Template>
  <TotalTime>49</TotalTime>
  <Words>132</Words>
  <Application>Microsoft Office PowerPoint</Application>
  <PresentationFormat>Widescreen</PresentationFormat>
  <Paragraphs>44</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Bookman Old Style</vt:lpstr>
      <vt:lpstr>Colonna MT</vt:lpstr>
      <vt:lpstr>Rockwell</vt:lpstr>
      <vt:lpstr>Damask</vt:lpstr>
      <vt:lpstr>Update Track – Software Update Tracking System</vt:lpstr>
      <vt:lpstr>Problem Statement </vt:lpstr>
      <vt:lpstr>Proposed Solution</vt:lpstr>
      <vt:lpstr>Features</vt:lpstr>
      <vt:lpstr>Technologies Used</vt:lpstr>
      <vt:lpstr>System Workflow</vt:lpstr>
      <vt:lpstr>Implementation Steps</vt:lpstr>
      <vt:lpstr>Conclusion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UpdateTrack Track. Check. Stay Updated.  Problem Statement Users don’t know app updates No centralized system Manual checking difficult  Solution Tracks versions Shows updated/outdated Provides update links  Features Search apps Favorites Remove favorites Dynamic JSON  Workflow Fetch JSON Compare versions Display result Update link  Technologies HTML CSS JavaScript GitHub Netlify  Challenges JSON issues Cache problems UI improvements  Conclusion Simple User-friendly Real-world application  Thank You</dc:title>
  <dc:creator>Microsoft account</dc:creator>
  <cp:lastModifiedBy>Microsoft account</cp:lastModifiedBy>
  <cp:revision>5</cp:revision>
  <dcterms:created xsi:type="dcterms:W3CDTF">2026-04-07T15:57:45Z</dcterms:created>
  <dcterms:modified xsi:type="dcterms:W3CDTF">2026-04-07T16:47:01Z</dcterms:modified>
</cp:coreProperties>
</file>